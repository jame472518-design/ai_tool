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645920"/>
            <a:ext cx="54864" cy="365760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89B4FA"/>
                </a:solidFill>
                <a:latin typeface="Segoe UI"/>
              </a:defRPr>
            </a:pPr>
            <a:r>
              <a:t>AI Code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9319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7086"/>
                </a:solidFill>
                <a:latin typeface="Segoe UI"/>
              </a:defRPr>
            </a:pPr>
            <a:r>
              <a:t>跨平台安裝與使用 SOP  —  Windows / macOS / Linux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目錄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" cy="47548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  <a:latin typeface="Segoe UI"/>
              </a:defRPr>
            </a:pPr>
            <a:r>
              <a:t>1.  環境需求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2.  安裝 Ollama（本地 LLM）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3.  安裝 ai-review CLI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4.  設定 LLM Provider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5.  安裝 Git Hooks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6.  日常使用流程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7.  互動式 Commit 助手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8.  使用情境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9.  更換/設定 LLM Model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10. 常用指令速查表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11. 疑難排解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12. 完整移除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1. 環境需求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版本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&gt;= 3.10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核心執行環境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Git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版本管理 + hooks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pip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Python 套件管理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Ollama（選用）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本地 LLM 推理引擎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1. 環境需求 — 安裝方式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3383280" cy="45720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  <a:latin typeface="Segoe UI"/>
              </a:defRPr>
            </a:pPr>
            <a:r>
              <a:t>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python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• python.org 下載安裝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（勾選 Add to PATH）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• 或使用 Anaconda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注意：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• 建議使用 Git Bash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• CMD 用雙引號 commit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15568"/>
            <a:ext cx="3383280" cy="45720"/>
          </a:xfrm>
          <a:prstGeom prst="rect">
            <a:avLst/>
          </a:prstGeom>
          <a:solidFill>
            <a:srgbClr val="F5C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  <a:latin typeface="Segoe UI"/>
              </a:defRPr>
            </a:pPr>
            <a:r>
              <a:t>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python3 --version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brew install python@3.12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brew install 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macOS 通常自帶 Git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115568"/>
            <a:ext cx="3383280" cy="4572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Linux (Ubuntu)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python3 --version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sudo apt update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sudo apt install python3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 python3-pip python3-venv git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169164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1E1E2E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  <a:latin typeface="Segoe UI"/>
              </a:defRPr>
            </a:pPr>
            <a:r>
              <a:t>安裝 Ollama（本地 LLM）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2. 安裝 Ollama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3383280" cy="45720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  <a:latin typeface="Segoe UI"/>
              </a:defRPr>
            </a:pPr>
            <a:r>
              <a:t>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1. 下載安裝檔：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ollama.com/download/windows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2. 執行安裝程式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（自動啟動服務）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3. 開啟 CMD/PowerShell：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ollama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ollama 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15568"/>
            <a:ext cx="3383280" cy="45720"/>
          </a:xfrm>
          <a:prstGeom prst="rect">
            <a:avLst/>
          </a:prstGeom>
          <a:solidFill>
            <a:srgbClr val="F5C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  <a:latin typeface="Segoe UI"/>
              </a:defRPr>
            </a:pPr>
            <a:r>
              <a:t>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方式一：Homebrew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brew install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方式二：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ollama.com/download/mac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啟動服務：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ollama serve &amp;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下載模型：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ollama list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115568"/>
            <a:ext cx="3383280" cy="4572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Linux (Ubuntu)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一鍵安裝：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curl -fsSL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https://ollama.com/install.sh | sh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ollama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確認服務：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systemctl status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sudo systemctl 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sudo systemctl enable ollama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2. 模型推薦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9728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715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大小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品質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適用情境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3.2B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~8 秒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日常開發（推薦）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llama3.1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8B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~15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品質優先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codellama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~4 分鐘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品質最好但最慢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169164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1E1E2E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  <a:latin typeface="Segoe UI"/>
              </a:defRPr>
            </a:pPr>
            <a:r>
              <a:t>安裝 ai-review CLI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3. 安裝 ai-review CLI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3383280" cy="45720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  <a:latin typeface="Segoe UI"/>
              </a:defRPr>
            </a:pPr>
            <a:r>
              <a:t>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 jame472518-design/ai-code-review.git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pip install -e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ai-review --help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若找不到指令，確認 PATH：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Anaconda: C:\Users\&lt;USER&gt;\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anaconda3\Scripts\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15568"/>
            <a:ext cx="3383280" cy="45720"/>
          </a:xfrm>
          <a:prstGeom prst="rect">
            <a:avLst/>
          </a:prstGeom>
          <a:solidFill>
            <a:srgbClr val="F5C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  <a:latin typeface="Segoe UI"/>
              </a:defRPr>
            </a:pPr>
            <a:r>
              <a:t>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 jame472518-design/ai-code-review.git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python3 -m venv .venv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source .venv/bin/activate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pip install -e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ai-review --help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115568"/>
            <a:ext cx="3383280" cy="4572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Linux (Ubuntu)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 jame472518-design/ai-code-review.git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python3 -m venv .venv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source .venv/bin/activate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pip install -e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ai-review --help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C7086"/>
                </a:solidFill>
                <a:latin typeface="Segoe UI"/>
              </a:defRPr>
            </a:pPr>
            <a:r>
              <a:t>或直接安裝：pip install git+https://github.com/jame472518-design/ai-code-review.git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169164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1E1E2E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  <a:latin typeface="Segoe UI"/>
              </a:defRPr>
            </a:pPr>
            <a:r>
              <a:t>設定 LLM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4. 設定 LLM Provider（全平台通用）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" cy="47548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方案 A：本地 Ollama（推薦，無需外網）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set provider default ollama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set ollama base_url http://localhost:11434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set ollama model llama3.2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FAB387"/>
                </a:solidFill>
                <a:latin typeface="Segoe UI"/>
              </a:defRPr>
            </a:pPr>
            <a:r>
              <a:t>方案 B：OpenAI（精確度最高）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FAB387"/>
                </a:solidFill>
                <a:latin typeface="Cascadia Code"/>
              </a:defRPr>
            </a:pPr>
            <a:r>
              <a:t>$ ai-review config set provider default openai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FAB387"/>
                </a:solidFill>
                <a:latin typeface="Cascadia Code"/>
              </a:defRPr>
            </a:pPr>
            <a:r>
              <a:t>$ ai-review config set openai api_key_env OPENAI_API_KEY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FAB387"/>
                </a:solidFill>
                <a:latin typeface="Cascadia Code"/>
              </a:defRPr>
            </a:pPr>
            <a:r>
              <a:t>$ ai-review config set openai model gpt-4o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74C7EC"/>
                </a:solidFill>
                <a:latin typeface="Segoe UI"/>
              </a:defRPr>
            </a:pPr>
            <a:r>
              <a:t>方案 C：企業內部 LLM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74C7EC"/>
                </a:solidFill>
                <a:latin typeface="Cascadia Code"/>
              </a:defRPr>
            </a:pPr>
            <a:r>
              <a:t>$ ai-review config set provider default enterprise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74C7EC"/>
                </a:solidFill>
                <a:latin typeface="Cascadia Code"/>
              </a:defRPr>
            </a:pPr>
            <a:r>
              <a:t>$ ai-review config set enterprise base_url https://llm.company.com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600" b="1">
                <a:solidFill>
                  <a:srgbClr val="CDD6F4"/>
                </a:solidFill>
                <a:latin typeface="Segoe UI"/>
              </a:defRPr>
            </a:pPr>
            <a:r>
              <a:t>驗證連線：ai-review health-check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  <a:latin typeface="Segoe UI"/>
              </a:defRPr>
            </a:pPr>
            <a:r>
              <a:t>設定檔位置：~/.config/ai-code-review/config.toml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4. 設定 Commit 相關（全平台通用）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" cy="47548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DD6F4"/>
                </a:solidFill>
                <a:latin typeface="Segoe UI"/>
              </a:defRPr>
            </a:pPr>
            <a:r>
              <a:t>設定專案 ID（自動前綴 commit message）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set commit project_id "PROJ-1"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CDD6F4"/>
                </a:solidFill>
                <a:latin typeface="Segoe UI"/>
              </a:defRPr>
            </a:pPr>
            <a:r>
              <a:t>初始化 commit 模板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init-template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6C7086"/>
                </a:solidFill>
                <a:latin typeface="Segoe UI"/>
              </a:defRPr>
            </a:pPr>
            <a:r>
              <a:t>模板檔會複製到 ~/.config/ai-code-review/commit-template.txt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CDD6F4"/>
                </a:solidFill>
                <a:latin typeface="Segoe UI"/>
              </a:defRPr>
            </a:pPr>
            <a:r>
              <a:t>初始化 AI 生成 prompt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init-generate-prompt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6C7086"/>
                </a:solidFill>
                <a:latin typeface="Segoe UI"/>
              </a:defRPr>
            </a:pPr>
            <a:r>
              <a:t>prompt 檔會複製到 ~/.config/ai-code-review/generate-prompt.txt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CDD6F4"/>
                </a:solidFill>
                <a:latin typeface="Segoe UI"/>
              </a:defRPr>
            </a:pPr>
            <a:r>
              <a:t>限縮審查副檔名（預設：不限制，審查所有檔案）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set review include_extensions "c,cpp,h,py"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6C7086"/>
                </a:solidFill>
                <a:latin typeface="Segoe UI"/>
              </a:defRPr>
            </a:pPr>
            <a:r>
              <a:t>預設：空（全部檔案），有需要時再設定限縮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CDD6F4"/>
                </a:solidFill>
                <a:latin typeface="Segoe UI"/>
              </a:defRPr>
            </a:pPr>
            <a:r>
              <a:t>驗證設定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show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169164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1E1E2E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  <a:latin typeface="Segoe UI"/>
              </a:defRPr>
            </a:pPr>
            <a:r>
              <a:t>安裝 Git Hooks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5. 安裝 Git Hooks（全平台通用）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" cy="47548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方式一：Template Hooks（推薦）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hook install --template    # 一次性全域設定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cd /path/to/repo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hook enable                # 自動設定 + 安裝 hooks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600" b="1">
                <a:solidFill>
                  <a:srgbClr val="CDD6F4"/>
                </a:solidFill>
                <a:latin typeface="Segoe UI"/>
              </a:defRPr>
            </a:pPr>
            <a:r>
              <a:t>確認狀態：ai-review hook status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600" b="0">
                <a:solidFill>
                  <a:srgbClr val="6C7086"/>
                </a:solidFill>
                <a:latin typeface="Segoe UI"/>
              </a:defRPr>
            </a:pPr>
            <a:r>
              <a:t>多個 Repo 的批量管理 → 見「情境二」（P22-P23）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  <a:latin typeface="Segoe UI"/>
              </a:defRPr>
            </a:pPr>
            <a:r>
              <a:t>hook enable 會同時設定 git config + 複製 hook 腳本到 .git/hooks/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5. Hook 類型說明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Hook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觸發時機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阻擋？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pre-commit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 Code Review 程式碼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critical/error 時阻擋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prepare-commit-msg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互動式 Commit 助手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commit-msg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檢查 message 格式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格式錯誤時阻擋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pre-push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git push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 Review 所有待推 commits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critical/error 時阻擋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169164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1E1E2E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  <a:latin typeface="Segoe UI"/>
              </a:defRPr>
            </a:pPr>
            <a:r>
              <a:t>日常使用流程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6. 日常使用流程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" cy="47548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AB387"/>
                </a:solidFill>
                <a:latin typeface="Segoe UI"/>
              </a:defRPr>
            </a:pPr>
            <a:r>
              <a:t>⚠ 首次使用？先完成以下設定（做過可跳過）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Cascadia Code"/>
              </a:defRPr>
            </a:pPr>
            <a:r>
              <a:t>$ ai-review hook install --template    # 一次性全域設定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Cascadia Code"/>
              </a:defRPr>
            </a:pPr>
            <a:r>
              <a:t>$ ai-review hook enable                # 在 repo 裡啟用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6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正常 Commit 流程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6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600" b="0">
                <a:solidFill>
                  <a:srgbClr val="CDD6F4"/>
                </a:solidFill>
                <a:latin typeface="Segoe UI"/>
              </a:defRPr>
            </a:pPr>
            <a:r>
              <a:t>1. 修改程式碼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Segoe UI"/>
              </a:defRPr>
            </a:pPr>
            <a:r>
              <a:t>2. git add &lt;files&gt;                         # Stage 變更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Segoe UI"/>
              </a:defRPr>
            </a:pPr>
            <a:r>
              <a:t>3. git commit                              # 觸發 hooks</a:t>
            </a:r>
          </a:p>
          <a:p>
            <a:pPr lvl="2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6C7086"/>
                </a:solidFill>
                <a:latin typeface="Segoe UI"/>
              </a:defRPr>
            </a:pPr>
            <a:r>
              <a:t>   → prepare-commit-msg：互動式選單</a:t>
            </a:r>
          </a:p>
          <a:p>
            <a:pPr lvl="2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6C7086"/>
                </a:solidFill>
                <a:latin typeface="Segoe UI"/>
              </a:defRPr>
            </a:pPr>
            <a:r>
              <a:t>   → 編輯器開啟，確認 message</a:t>
            </a:r>
          </a:p>
          <a:p>
            <a:pPr lvl="2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6C7086"/>
                </a:solidFill>
                <a:latin typeface="Segoe UI"/>
              </a:defRPr>
            </a:pPr>
            <a:r>
              <a:t>   → commit-msg：格式檢查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Segoe UI"/>
              </a:defRPr>
            </a:pPr>
            <a:r>
              <a:t>4. git push origin main                    # 觸發 pre-push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89B4FA"/>
                </a:solidFill>
                <a:latin typeface="Segoe UI"/>
              </a:defRPr>
            </a:pPr>
            <a:r>
              <a:t>直接 Commit（跳過互動選單）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Segoe UI"/>
              </a:defRPr>
            </a:pPr>
            <a:r>
              <a:t>git commit -m "[fix] resolve camera crash"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2000" b="1">
                <a:solidFill>
                  <a:srgbClr val="FAB387"/>
                </a:solidFill>
                <a:latin typeface="Segoe UI"/>
              </a:defRPr>
            </a:pPr>
            <a:r>
              <a:t>暫時跳過所有 Hooks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FAB387"/>
                </a:solidFill>
                <a:latin typeface="Segoe UI"/>
              </a:defRPr>
            </a:pPr>
            <a:r>
              <a:t>git commit --no-verify -m "[hotfix] emergency"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169164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1E1E2E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  <a:latin typeface="Segoe UI"/>
              </a:defRPr>
            </a:pPr>
            <a:r>
              <a:t>互動式 Commit 助手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7. 互動式 Commit 助手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" cy="47548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  <a:latin typeface="Segoe UI"/>
              </a:defRPr>
            </a:pPr>
            <a:r>
              <a:t>git commit（不帶 -m）時自動出現選單：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6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600" b="1">
                <a:solidFill>
                  <a:srgbClr val="89B4FA"/>
                </a:solidFill>
                <a:latin typeface="Segoe UI"/>
              </a:defRPr>
            </a:pPr>
            <a:r>
              <a:t>  Commit Message Assistant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74C7EC"/>
                </a:solidFill>
                <a:latin typeface="Segoe UI"/>
              </a:defRPr>
            </a:pPr>
            <a:r>
              <a:t>    1  Load template       - 載入模板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F5C2E7"/>
                </a:solidFill>
                <a:latin typeface="Segoe UI"/>
              </a:defRPr>
            </a:pPr>
            <a:r>
              <a:t>    2  Manual draft        - 輸入草稿 → AI 優化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89B4FA"/>
                </a:solidFill>
                <a:latin typeface="Segoe UI"/>
              </a:defRPr>
            </a:pPr>
            <a:r>
              <a:t>    3  Fixed questions     - 固定問題 → 回答 → AI 生成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FAB387"/>
                </a:solidFill>
                <a:latin typeface="Segoe UI"/>
              </a:defRPr>
            </a:pPr>
            <a:r>
              <a:t>    4  LLM interview       - AI 問你問題 → 生成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A6E3A1"/>
                </a:solidFill>
                <a:latin typeface="Segoe UI"/>
              </a:defRPr>
            </a:pPr>
            <a:r>
              <a:t>    5  LLM auto-generate   - AI 從 diff 自動生成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6C7086"/>
                </a:solidFill>
                <a:latin typeface="Segoe UI"/>
              </a:defRPr>
            </a:pPr>
            <a:r>
              <a:t>    s  Skip                - 跳過，直接進編輯器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600" b="0">
                <a:solidFill>
                  <a:srgbClr val="74C7EC"/>
                </a:solidFill>
                <a:latin typeface="Segoe UI"/>
              </a:defRPr>
            </a:pPr>
            <a:r>
              <a:t>選項 1：載入 commit template 到編輯器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600" b="0">
                <a:solidFill>
                  <a:srgbClr val="F5C2E7"/>
                </a:solidFill>
                <a:latin typeface="Segoe UI"/>
              </a:defRPr>
            </a:pPr>
            <a:r>
              <a:t>選項 2：輸入草稿 → AI 讓描述更專業精確 → 編輯器確認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600" b="0">
                <a:solidFill>
                  <a:srgbClr val="89B4FA"/>
                </a:solidFill>
                <a:latin typeface="Segoe UI"/>
              </a:defRPr>
            </a:pPr>
            <a:r>
              <a:t>選項 3：用固定問題檔提問 → 回答後 AI 生成 → 編輯器確認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600" b="0">
                <a:solidFill>
                  <a:srgbClr val="FAB387"/>
                </a:solidFill>
                <a:latin typeface="Segoe UI"/>
              </a:defRPr>
            </a:pPr>
            <a:r>
              <a:t>選項 4：AI 問你中英雙語問題 → 根據答案生成 → 編輯器確認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600" b="0">
                <a:solidFill>
                  <a:srgbClr val="A6E3A1"/>
                </a:solidFill>
                <a:latin typeface="Segoe UI"/>
              </a:defRPr>
            </a:pPr>
            <a:r>
              <a:t>選項 5：兩階段自動生成（分析 diff → 生成 message）→ 編輯器確認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600" b="0">
                <a:solidFill>
                  <a:srgbClr val="6C7086"/>
                </a:solidFill>
                <a:latin typeface="Segoe UI"/>
              </a:defRPr>
            </a:pPr>
            <a:r>
              <a:t>選項 s：直接進入編輯器手動編寫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600" b="1">
                <a:solidFill>
                  <a:srgbClr val="A6E3A1"/>
                </a:solidFill>
                <a:latin typeface="Segoe UI"/>
              </a:defRPr>
            </a:pPr>
            <a:r>
              <a:t>所有選項最終都進入編輯器，讓你確認後才真正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169164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1E1E2E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  <a:latin typeface="Segoe UI"/>
              </a:defRPr>
            </a:pPr>
            <a:r>
              <a:t>使用情境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8. 情境一：個人開發者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" cy="47548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  <a:latin typeface="Segoe UI"/>
              </a:defRPr>
            </a:pPr>
            <a:r>
              <a:t>一次性設定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pip install -e .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set provider default ollama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set ollama model llama3.2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init-template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init-generate-prompt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hook enable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89B4FA"/>
                </a:solidFill>
                <a:latin typeface="Segoe UI"/>
              </a:defRPr>
            </a:pPr>
            <a:r>
              <a:t>日常使用 — hooks 自動運作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git add main.py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git commit          → 互動選單自動出現</a:t>
            </a:r>
          </a:p>
          <a:p>
            <a:pPr lvl="2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6C7086"/>
                </a:solidFill>
                <a:latin typeface="Segoe UI"/>
              </a:defRPr>
            </a:pPr>
            <a:r>
              <a:t>                      → 編輯器確認 message</a:t>
            </a:r>
          </a:p>
          <a:p>
            <a:pPr lvl="2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6C7086"/>
                </a:solidFill>
                <a:latin typeface="Segoe UI"/>
              </a:defRPr>
            </a:pPr>
            <a:r>
              <a:t>                      → 格式自動檢查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git push            → pre-push AI 審查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8. 情境二：管理多個 Repo — 日常使用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" cy="47548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AB387"/>
                </a:solidFill>
                <a:latin typeface="Segoe UI"/>
              </a:defRPr>
            </a:pPr>
            <a:r>
              <a:t>⚠ 首次使用？先完成全域設定（做過可跳過）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Cascadia Code"/>
              </a:defRPr>
            </a:pPr>
            <a:r>
              <a:t>$ ai-review hook install --template    # 一次性安裝 template hooks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6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89B4FA"/>
                </a:solidFill>
                <a:latin typeface="Segoe UI"/>
              </a:defRPr>
            </a:pPr>
            <a:r>
              <a:t>先預覽所有 repo 狀態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hook enable --all /workspace --list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Segoe UI"/>
              </a:defRPr>
            </a:pPr>
            <a:r>
              <a:t>  camera-hal: disabled    audio-hal: disabled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Segoe UI"/>
              </a:defRPr>
            </a:pPr>
            <a:r>
              <a:t>  kernel: disabled        framework: disabled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6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A6E3A1"/>
                </a:solidFill>
                <a:latin typeface="Segoe UI"/>
              </a:defRPr>
            </a:pPr>
            <a:r>
              <a:t>方法 A：Android BSP 團隊（repo forall）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repo forall -c 'ai-review hook enable'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Segoe UI"/>
              </a:defRPr>
            </a:pPr>
            <a:r>
              <a:t>  透過 repo forall 對所有 manifest 內的 repo 逐一啟用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6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FAB387"/>
                </a:solidFill>
                <a:latin typeface="Segoe UI"/>
              </a:defRPr>
            </a:pPr>
            <a:r>
              <a:t>方法 B：通用（掃描目錄下所有 git repo）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FAB387"/>
                </a:solidFill>
                <a:latin typeface="Cascadia Code"/>
              </a:defRPr>
            </a:pPr>
            <a:r>
              <a:t>$ ai-review hook enable --all /workspace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Segoe UI"/>
              </a:defRPr>
            </a:pPr>
            <a:r>
              <a:t>  自動掃描 /workspace 下所有 git repo 並啟用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  <a:latin typeface="Segoe UI"/>
              </a:defRPr>
            </a:pPr>
            <a:r>
              <a:t>hook enable 會同時設定 git config + 複製 hook 腳本到 .git/hooks/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8. 情境三：Commit 互動選單怎麼選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9728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2251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選項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適合什麼時候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1 Load 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忘了格式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載入模板填寫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2 Manual draft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有草稿想優化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輸入草稿 → AI 讓描述更專業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3 Fixed questions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團隊標準化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固定問題檔 → 回答 → AI 生成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4 LLM interview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不知怎麼寫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 問你問題 → 根據答案生成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5 LLM auto-generate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懶得寫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兩階段：分析 diff → 自動生成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s Skip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自己寫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直接進編輯器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169164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1E1E2E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  <a:latin typeface="Segoe UI"/>
              </a:defRPr>
            </a:pPr>
            <a:r>
              <a:t>更換/設定 LLM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9. 切換 Model（全平台通用）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" cy="47548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  <a:latin typeface="Segoe UI"/>
              </a:defRPr>
            </a:pPr>
            <a:r>
              <a:t>下載新模型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ollama pull llama3.2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ollama pull llama3.1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ollama list                              # 查看已下載的模型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6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89B4FA"/>
                </a:solidFill>
                <a:latin typeface="Segoe UI"/>
              </a:defRPr>
            </a:pPr>
            <a:r>
              <a:t>切換 ai-review 使用的 Model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set ollama model llama3.2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health-check                   # 驗證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6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89B4FA"/>
                </a:solidFill>
                <a:latin typeface="Segoe UI"/>
              </a:defRPr>
            </a:pPr>
            <a:r>
              <a:t>臨時切換（不改設定，僅本次生效）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--model codellama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Segoe UI"/>
              </a:defRPr>
            </a:pPr>
            <a:r>
              <a:t>  同 provider，只換模型（例：Ollama 換用 codellama）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--provider openai --model gpt-4o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Segoe UI"/>
              </a:defRPr>
            </a:pPr>
            <a:r>
              <a:t>  連 provider 一起換（例：從 Ollama 切到 OpenAI）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  <a:latin typeface="Segoe UI"/>
              </a:defRPr>
            </a:pPr>
            <a:r>
              <a:t>小模型（3B）速度快但可能誤報 ｜ 大模型（7B+）品質好但較慢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9. 模型比較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參數量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品質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適用情境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3.2B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~8 秒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日常開發（推薦）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llama3.1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8B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~15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品質優先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codellama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~4 分鐘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程式碼專用，品質最好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qwen2.5-coder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~20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程式碼專用替代方案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9. 遠端 Ollama Server 架構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" cy="47548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  <a:latin typeface="Segoe UI"/>
              </a:defRPr>
            </a:pPr>
            <a:r>
              <a:t>多人共用一台 LLM Server（同網域內）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6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74C7EC"/>
                </a:solidFill>
                <a:latin typeface="Segoe UI"/>
              </a:defRPr>
            </a:pPr>
            <a:r>
              <a:t>  使用者 A  ──→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F5C2E7"/>
                </a:solidFill>
                <a:latin typeface="Segoe UI"/>
              </a:defRPr>
            </a:pPr>
            <a:r>
              <a:t>  使用者 B  ──→  LLM Server（192.168.1.100）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A6E3A1"/>
                </a:solidFill>
                <a:latin typeface="Segoe UI"/>
              </a:defRPr>
            </a:pPr>
            <a:r>
              <a:t>  使用者 C  ──→  Ollama + llama3.2 + GPU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4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Segoe UI"/>
              </a:defRPr>
            </a:pPr>
            <a:r>
              <a:t>  diff 會傳送到 LLM Server 進行推理，使用者不需安裝 GPU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FAB387"/>
                </a:solidFill>
                <a:latin typeface="Segoe UI"/>
              </a:defRPr>
            </a:pPr>
            <a:r>
              <a:t>  ※ 建議使用內網 Server，避免程式碼外洩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A6E3A1"/>
                </a:solidFill>
                <a:latin typeface="Segoe UI"/>
              </a:defRPr>
            </a:pPr>
            <a:r>
              <a:t>每位使用者只需設定一次（指向 Server IP）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set ollama base_url http://192.168.1.100:11434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health-check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6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600" b="1">
                <a:solidFill>
                  <a:srgbClr val="FAB387"/>
                </a:solidFill>
                <a:latin typeface="Segoe UI"/>
              </a:defRPr>
            </a:pPr>
            <a:r>
              <a:t>切回本地 Ollama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FAB387"/>
                </a:solidFill>
                <a:latin typeface="Cascadia Code"/>
              </a:defRPr>
            </a:pPr>
            <a:r>
              <a:t>$ ai-review config set ollama base_url http://localhost:11434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9. Server 端設定 — 讓 Ollama 監聽所有網卡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3383280" cy="45720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  <a:latin typeface="Segoe UI"/>
              </a:defRPr>
            </a:pPr>
            <a:r>
              <a:t>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系統環境變數（永久）：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設定 &gt; 系統 &gt; 進階系統設定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&gt; 環境變數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新增系統變數：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OLLAMA_HOST = 0.0.0.0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重啟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PowerShell（暫時）：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$env:OLLAMA_HOST="0.0.0.0"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ollama serve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輸入規則 &gt; TCP 11434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15568"/>
            <a:ext cx="3383280" cy="45720"/>
          </a:xfrm>
          <a:prstGeom prst="rect">
            <a:avLst/>
          </a:prstGeom>
          <a:solidFill>
            <a:srgbClr val="F5C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  <a:latin typeface="Segoe UI"/>
              </a:defRPr>
            </a:pPr>
            <a:r>
              <a:t>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設定環境變數：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launchctl setenv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 OLLAMA_HOST "0.0.0.0"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重啟 Ollama App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或終端啟動：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OLLAMA_HOST=0.0.0.0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 ollama serve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通常系統會自動提示允許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115568"/>
            <a:ext cx="3383280" cy="4572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Linux (Ubuntu)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systemd 方式（推薦）：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sudo systemctl edit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加入：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[Service]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Environment=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 "OLLAMA_HOST=0.0.0.0"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sudo systemctl daemon-reload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sudo systemctl restart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sudo ufw allow 11434/tcp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C7086"/>
                </a:solidFill>
                <a:latin typeface="Segoe UI"/>
              </a:defRPr>
            </a:pPr>
            <a:r>
              <a:t>設定後驗證：curl http://&lt;SERVER_IP&gt;:11434/api/tags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169164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1E1E2E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  <a:latin typeface="Segoe UI"/>
              </a:defRPr>
            </a:pPr>
            <a:r>
              <a:t>常用指令速查表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10. 設定與診斷指令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9728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指令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config show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顯示所有設定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config get &lt;section&gt; &lt;key&gt;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取得單一設定值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config set &lt;section&gt; &lt;key&gt; &lt;value&gt;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設定值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config init-template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初始化 commit 模板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config init-generate-prompt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初始化 AI 生成 prompt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health-check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測試 LLM 連線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-v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Debug 模式審查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--format markdown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Markdown 輸出（貼 Issue）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--format json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JSON 輸出（CI/CD 整合）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10. Hook 管理指令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9728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指令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hook install --template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安裝 template hooks（推薦）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hook install --global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安裝 global hooks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hook uninstall --template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移除 template hooks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hook status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查看 hook 安裝狀態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ai-review hook enable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啟用當前 repo（自動安裝 hooks）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hook enable --path &lt;dir&gt;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啟用指定 repo（可重複）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hook enable --all &lt;dir&gt;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批量啟用目錄下所有 repo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hook enable --all &lt;dir&gt; --list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預覽所有 repo 狀態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hook disable --all &lt;dir&gt;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批量停用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169164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1E1E2E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  <a:latin typeface="Segoe UI"/>
              </a:defRPr>
            </a:pPr>
            <a:r>
              <a:t>疑難排解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11. 全平台通用問題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09728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2251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問題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  <a:latin typeface="Segoe UI"/>
                        </a:defRPr>
                      </a:pPr>
                      <a:r>
                        <a:t>解法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command not found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確認 pip Scripts 目錄在 PATH 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health-check 失敗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確認 Ollama 服務：ollama list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LLM 回應太慢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換小模型：config set ollama model 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Timeout 錯誤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加大：config set ollama timeout 300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Hook 不觸發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確認：hook status + hook enable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格式被擋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  <a:latin typeface="Segoe UI"/>
                        </a:defRPr>
                      </a:pPr>
                      <a:r>
                        <a:t>格式須為 [tag] description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11. 平台專屬問題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3383280" cy="45720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  <a:latin typeface="Segoe UI"/>
              </a:defRPr>
            </a:pPr>
            <a:r>
              <a:t>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單引號 commit 失敗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→ 用雙引號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Hook 找不到 ai-review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→ 用完整路徑：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/c/Users/&lt;USER&gt;/anaconda3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/Scripts/ai-review.exe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中文亂碼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→ chcp 65001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pip install 檔案被鎖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→ 關閉所有終端後重試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15568"/>
            <a:ext cx="3383280" cy="45720"/>
          </a:xfrm>
          <a:prstGeom prst="rect">
            <a:avLst/>
          </a:prstGeom>
          <a:solidFill>
            <a:srgbClr val="F5C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  <a:latin typeface="Segoe UI"/>
              </a:defRPr>
            </a:pPr>
            <a:r>
              <a:t>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python3 找不到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→ brew install python@3.12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Ollama 未啟動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→ ollama serve &amp;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或從應用程式啟動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115568"/>
            <a:ext cx="3383280" cy="4572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Linux (Ubuntu)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Ollama 服務未運行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→ sudo systemctl 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權限不足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→ pip install --user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或使用 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Hook 無執行權限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→ chmod +x .git/hooks/*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2377440"/>
            <a:ext cx="320040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394960" y="169164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1E1E2E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  <a:latin typeface="Segoe UI"/>
              </a:defRPr>
            </a:pPr>
            <a:r>
              <a:t>完整移除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12. 完整移除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3383280" cy="45720"/>
          </a:xfrm>
          <a:prstGeom prst="rect">
            <a:avLst/>
          </a:prstGeom>
          <a:solidFill>
            <a:srgbClr val="74C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  <a:latin typeface="Segoe UI"/>
              </a:defRPr>
            </a:pPr>
            <a:r>
              <a:t>Windows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pip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rmdir /s /q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%USERPROFILE%\.config\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設定 &gt; 應用程式 &gt; 解除安裝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15568"/>
            <a:ext cx="3383280" cy="45720"/>
          </a:xfrm>
          <a:prstGeom prst="rect">
            <a:avLst/>
          </a:prstGeom>
          <a:solidFill>
            <a:srgbClr val="F5C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  <a:latin typeface="Segoe UI"/>
              </a:defRPr>
            </a:pPr>
            <a:r>
              <a:t>macOS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pip3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rm -rf ~/.config/ai-code-review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brew uninstall ollama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115568"/>
            <a:ext cx="3383280" cy="4572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234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Linux (Ubuntu)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1645920"/>
            <a:ext cx="329184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pip3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rm -rf ~/.config/ai-code-review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  <a:latin typeface="Segoe UI"/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sudo systemctl stop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sudo systemctl disable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  <a:latin typeface="Cascadia Code"/>
              </a:defRPr>
            </a:pPr>
            <a:r>
              <a:t>$ sudo rm /usr/local/bin/ollama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8. 情境二：管理多個 Repo — 進階設定（參考用）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" cy="47548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  <a:latin typeface="Segoe UI"/>
              </a:defRPr>
            </a:pPr>
            <a:r>
              <a:t>啟用指定 repo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hook enable --path /workspace/camera-hal \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Segoe UI"/>
              </a:defRPr>
            </a:pPr>
            <a:r>
              <a:t>                        --path /workspace/kernel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Segoe UI"/>
              </a:defRPr>
            </a:pPr>
            <a:r>
              <a:t>  可用 --path 重複指定多個 repo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FAB387"/>
                </a:solidFill>
                <a:latin typeface="Segoe UI"/>
              </a:defRPr>
            </a:pPr>
            <a:r>
              <a:t>停用指定 repo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FAB387"/>
                </a:solidFill>
                <a:latin typeface="Cascadia Code"/>
              </a:defRPr>
            </a:pPr>
            <a:r>
              <a:t>$ ai-review hook disable --path /workspace/kernel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8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74C7EC"/>
                </a:solidFill>
                <a:latin typeface="Segoe UI"/>
              </a:defRPr>
            </a:pPr>
            <a:r>
              <a:t>批量停用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74C7EC"/>
                </a:solidFill>
                <a:latin typeface="Cascadia Code"/>
              </a:defRPr>
            </a:pPr>
            <a:r>
              <a:t>$ ai-review hook disable --all /workspace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Segoe UI"/>
              </a:defRPr>
            </a:pPr>
            <a:r>
              <a:t>  停用目錄下所有 repo 的 ai-review 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  <a:latin typeface="Segoe UI"/>
              </a:defRPr>
            </a:pPr>
            <a:r>
              <a:t>8. 情境三：團隊共用 LLM Server（參考用）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1247120" cy="36576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" cy="475488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  <a:latin typeface="Segoe UI"/>
              </a:defRPr>
            </a:pPr>
            <a:r>
              <a:t>架構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74C7EC"/>
                </a:solidFill>
                <a:latin typeface="Segoe UI"/>
              </a:defRPr>
            </a:pPr>
            <a:r>
              <a:t>  開發機 A (Windows) ──→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F5C2E7"/>
                </a:solidFill>
                <a:latin typeface="Segoe UI"/>
              </a:defRPr>
            </a:pPr>
            <a:r>
              <a:t>  開發機 B (macOS)   ──→  LLM Server (192.168.1.100)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500" b="0">
                <a:solidFill>
                  <a:srgbClr val="A6E3A1"/>
                </a:solidFill>
                <a:latin typeface="Segoe UI"/>
              </a:defRPr>
            </a:pPr>
            <a:r>
              <a:t>  開發機 C (Linux)   ──→  Ollama + GPU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FAB387"/>
                </a:solidFill>
                <a:latin typeface="Segoe UI"/>
              </a:defRPr>
            </a:pPr>
            <a:r>
              <a:t>Server 端（一次）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FAB387"/>
                </a:solidFill>
                <a:latin typeface="Cascadia Code"/>
              </a:defRPr>
            </a:pPr>
            <a:r>
              <a:t>$ sudo systemctl edit ollama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300" b="0">
                <a:solidFill>
                  <a:srgbClr val="6C7086"/>
                </a:solidFill>
                <a:latin typeface="Segoe UI"/>
              </a:defRPr>
            </a:pPr>
            <a:r>
              <a:t>  加入 Environment="OLLAMA_HOST=0.0.0.0"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FAB387"/>
                </a:solidFill>
                <a:latin typeface="Cascadia Code"/>
              </a:defRPr>
            </a:pPr>
            <a:r>
              <a:t>$ sudo systemctl restart ollama</a:t>
            </a:r>
          </a:p>
          <a:p>
            <a:pPr>
              <a:spcBef>
                <a:spcPts val="300"/>
              </a:spcBef>
              <a:spcAft>
                <a:spcPts val="100"/>
              </a:spcAft>
              <a:defRPr sz="600" b="0">
                <a:solidFill>
                  <a:srgbClr val="CDD6F4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spcAft>
                <a:spcPts val="100"/>
              </a:spcAft>
              <a:defRPr sz="1800" b="1">
                <a:solidFill>
                  <a:srgbClr val="A6E3A1"/>
                </a:solidFill>
                <a:latin typeface="Segoe UI"/>
              </a:defRPr>
            </a:pPr>
            <a:r>
              <a:t>每台開發機（一次）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config set ollama base_url http://192.168.1.100:11434</a:t>
            </a:r>
          </a:p>
          <a:p>
            <a:pPr lvl="1">
              <a:spcBef>
                <a:spcPts val="300"/>
              </a:spcBef>
              <a:spcAft>
                <a:spcPts val="100"/>
              </a:spcAft>
              <a:defRPr sz="1400" b="0">
                <a:solidFill>
                  <a:srgbClr val="A6E3A1"/>
                </a:solidFill>
                <a:latin typeface="Cascadia Code"/>
              </a:defRPr>
            </a:pPr>
            <a:r>
              <a:t>$ ai-review health-check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645920"/>
            <a:ext cx="54864" cy="365760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89B4FA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93192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7086"/>
                </a:solidFill>
                <a:latin typeface="Segoe UI"/>
              </a:defRPr>
            </a:pPr>
            <a:r>
              <a:t>Questions?  →  github.com/jame472518-design/ai-code-review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C708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45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56832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086"/>
                </a:solidFill>
                <a:latin typeface="Segoe UI"/>
              </a:defRPr>
            </a:pPr>
            <a:r>
              <a:t>AI Code Review  |  Cross-Platform SOP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